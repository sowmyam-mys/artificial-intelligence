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69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26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48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8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4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7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4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0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9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15D4C-2134-4F09-AA79-2608C817E8AC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60AAB-D8A8-423F-A4D4-D0A1A5275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4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0145" y="2092181"/>
            <a:ext cx="9144000" cy="2387600"/>
          </a:xfrm>
        </p:spPr>
        <p:txBody>
          <a:bodyPr/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FIRST ORDER LOGIC AND PROLOG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3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Rule Based Expert Systems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rule-based system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in AI bases choices or inferences on established rules.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These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laws are frequently expressed in human-friendly language, such as "if X is true, then Y is true," to make them easier for readers to comprehend.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Expert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and decision support systems are only two examples of the many applications in which rule-based systems have been employed.</a:t>
            </a:r>
          </a:p>
        </p:txBody>
      </p:sp>
    </p:spTree>
    <p:extLst>
      <p:ext uri="{BB962C8B-B14F-4D97-AF65-F5344CB8AC3E}">
        <p14:creationId xmlns:p14="http://schemas.microsoft.com/office/powerpoint/2010/main" val="114029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Rule-based System?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9058" y="1858803"/>
            <a:ext cx="3524742" cy="33151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5018" y="1413164"/>
            <a:ext cx="67887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system that relies on a collection of predetermined rules to decide what to do next is known as a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rule-based system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in AI.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These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laws are predicated on several circumstances and deeds. For instance, if a patient has a fever, the doctor may recommend antibiotics because the patient may have an infection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Expert systems, decision support systems, and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chatbots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are examples of apps that use rule-based systems</a:t>
            </a:r>
          </a:p>
        </p:txBody>
      </p:sp>
    </p:spTree>
    <p:extLst>
      <p:ext uri="{BB962C8B-B14F-4D97-AF65-F5344CB8AC3E}">
        <p14:creationId xmlns:p14="http://schemas.microsoft.com/office/powerpoint/2010/main" val="2726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Characteristics of Rule-based Systems in AI</a:t>
            </a:r>
            <a:b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291" y="1257589"/>
            <a:ext cx="10619509" cy="53787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following are some of the primary traits of the rule-based system in AI: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rules are written simply for humans to comprehend, making rule-based systems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simple to troubleshoot and maintain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Given a set of inputs, rule-based systems will always create the same output, making them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predictable and dependable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This property is known as determinism.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rule-based system in AI is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transparent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because the standards are clear and open to human inspection, which makes it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simpler to comprehend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how the system operates.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rule-based system in AI is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scalable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When scaled up, large quantities of data can be handled by rule-based systems.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Rule-based systems can be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modified or updated more easily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because the rules can be divided into smaller components.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28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a Rule-based System Work?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6134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rule-based system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in AI generates an output by using a collection of inputs and a set of rules.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first determines which principles apply to the inputs. If a rule is applicable, the system executes the corresponding steps to generate the output.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guideline is applicable, the system might generate a default output or ask the user for more details.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091" y="4399973"/>
            <a:ext cx="5420926" cy="237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6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3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78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Office Theme</vt:lpstr>
      <vt:lpstr>FIRST ORDER LOGIC AND PROLOG</vt:lpstr>
      <vt:lpstr>Rule Based Expert Systems</vt:lpstr>
      <vt:lpstr>What is a Rule-based System? </vt:lpstr>
      <vt:lpstr>Characteristics of Rule-based Systems in AI </vt:lpstr>
      <vt:lpstr>How does a Rule-based System Work?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ORDER LOGIC AND PROLOG</dc:title>
  <dc:creator>Sowmiya</dc:creator>
  <cp:lastModifiedBy>Sowmiya</cp:lastModifiedBy>
  <cp:revision>3</cp:revision>
  <dcterms:created xsi:type="dcterms:W3CDTF">2024-06-21T05:55:34Z</dcterms:created>
  <dcterms:modified xsi:type="dcterms:W3CDTF">2024-06-21T12:36:58Z</dcterms:modified>
</cp:coreProperties>
</file>